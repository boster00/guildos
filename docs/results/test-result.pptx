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Browser Test: Hamster &amp; Antibody Screenshot PPT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2026-04-11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Search: cute hamster pictures</a:t>
            </a:r>
            <a:endParaRPr lang="en-US" sz="2000" dirty="0"/>
          </a:p>
        </p:txBody>
      </p:sp>
      <p:pic>
        <p:nvPicPr>
          <p:cNvPr id="3" name="Image 0" descr="/workspace/docs/results/hamster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Search: antibody 3D structures</a:t>
            </a:r>
            <a:endParaRPr lang="en-US" sz="2000" dirty="0"/>
          </a:p>
        </p:txBody>
      </p:sp>
      <p:pic>
        <p:nvPicPr>
          <p:cNvPr id="3" name="Image 0" descr="/workspace/docs/results/antibody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Browser Test: Hamster &amp; Antibody Screenshot PPT Report</dc:title>
  <dc:subject>PptxGenJS Presentation</dc:subject>
  <dc:creator>GuildOS Pigeon Post</dc:creator>
  <cp:lastModifiedBy>GuildOS Pigeon Post</cp:lastModifiedBy>
  <cp:revision>1</cp:revision>
  <dcterms:created xsi:type="dcterms:W3CDTF">2026-04-11T04:10:52Z</dcterms:created>
  <dcterms:modified xsi:type="dcterms:W3CDTF">2026-04-11T04:10:52Z</dcterms:modified>
</cp:coreProperties>
</file>